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DFCAC-2243-A868-1A63-FE19D3736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75FA9-18C5-5342-BD3A-FEF02F10B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64EEE-CF69-26E1-8451-5B275434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57421-149C-4CF8-9D27-883F3738EB9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58FAE-DC18-D2BC-C277-B33C3DD64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11826-709D-41CB-8E3B-3BCF2D0E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502-6033-48EB-8121-9E0750371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419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6473-839B-F610-2800-BF2BBD5D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6EC91-E4D2-DDCF-D5CC-983E4A8E8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8B70A-A5C8-B7F0-8A69-8905ECCFE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57421-149C-4CF8-9D27-883F3738EB9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2E56E-7FD5-59AD-9467-9BD6FBEF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C8B5C-8FBD-A3E9-6132-F9512B5D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502-6033-48EB-8121-9E0750371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52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0D8AC-EC91-1453-DF80-47040E87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B23E5-7093-AD6C-E1DE-303C19B46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40FB7-5E0A-2647-C763-8667C827B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57421-149C-4CF8-9D27-883F3738EB9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84A37-4DFF-D9A2-A333-752CB107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53E04-2EEC-AB43-5537-50227A5AD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502-6033-48EB-8121-9E0750371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95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C2D6-C68A-FBE6-4CD4-811579A67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654F6-A3B8-250A-3875-94C9F5A47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67E7F-62C0-647E-1495-0B6D859B5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AA4FA-1DBF-C28D-CF88-2A4DADC9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57421-149C-4CF8-9D27-883F3738EB9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5E341-7E54-5CAD-B812-E8E21F870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A902D-D58E-5C80-1803-B5381142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502-6033-48EB-8121-9E0750371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10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96387-3EE8-D309-16C2-EEC40877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19E6C-AF97-A9C7-70A0-14BEFC6C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CB131-C14C-B267-1DB9-186B5B23D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DC8961-9A75-8C61-0770-601DE25A7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AD6FF-A540-9513-0FBA-81323FB334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7365CA-7CBE-EDDE-0244-C70F13CC3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57421-149C-4CF8-9D27-883F3738EB9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F102C-6950-C19E-468C-2A5A8806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1B7CB9-3A33-9AA1-0647-A0063BA38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502-6033-48EB-8121-9E0750371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77D4-90F8-01E3-9255-F400BB95D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6D160E-E77E-8412-8915-7CC4F2B2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57421-149C-4CF8-9D27-883F3738EB9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DDEB6-3A39-130E-0747-BF54A44E6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2F8E4-E4F6-DE26-BD4F-742AE297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502-6033-48EB-8121-9E0750371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843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E6AC5-92CC-8A60-54B8-11FECB8D9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57421-149C-4CF8-9D27-883F3738EB9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74739-81CC-C04A-8BC2-016B7DBFF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A1749-A542-EA63-8E5D-166D2428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502-6033-48EB-8121-9E0750371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6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DBBA8-7578-4BA2-6DCB-00D4FB581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1E9BE-080A-DC0C-4F37-FFA7CADBF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E49E7-AB0E-7FE1-86D1-99A8A98B8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2B105-2E17-3938-6E36-D033A5AF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57421-149C-4CF8-9D27-883F3738EB9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14DA3-A7D6-4A33-A8E6-BCC56401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10816-92C5-E253-8EA3-D3A70A09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502-6033-48EB-8121-9E0750371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7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37E9-4E86-E26F-D726-2EACED9B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A5282B-EDA8-10FD-121A-E241EF665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3599C-5203-A974-E9B0-D604E81CD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C853E-D071-392F-F1B5-7AA46D9A2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57421-149C-4CF8-9D27-883F3738EB9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884DB-245A-4C7D-E524-E3E6FD9A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31B61-96A8-D52A-C924-D378C8C0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502-6033-48EB-8121-9E0750371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2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2E3D-5235-85B8-B1F6-A66C5696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B4633-3AB3-D3CF-EF33-226E93C21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51883-527B-13F5-3966-0A265AF07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57421-149C-4CF8-9D27-883F3738EB9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C4F35-61F3-991F-3EAB-FCEAE8C6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6D6DE-7050-BBB6-845E-6B87235C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502-6033-48EB-8121-9E0750371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7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2D8B0F-7D46-56CD-299D-7160A25AD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54A0D-0B22-DB69-A569-C243A5142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A12F-75E3-BD26-DAD4-B7C7A09EF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57421-149C-4CF8-9D27-883F3738EB9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B8759-841C-08A6-1620-9510B31E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F8477-D703-E132-C206-027A9388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502-6033-48EB-8121-9E0750371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51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A1ED1-C85E-56CE-E8D2-AF6A7F2B0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D77E4-D511-A36B-F78E-057474778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97B9C-B7C3-1FF5-9369-120D2CE88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57421-149C-4CF8-9D27-883F3738EB9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FB0BA-725A-98D5-FAA4-AC369CDC8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6EDF4-B777-755D-18C5-FEF45124B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55502-6033-48EB-8121-9E0750371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15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5E0F2-567C-59F2-05BC-C36D9AD1A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Budgeting Software for Elderly Users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9CC96-EB89-658D-FF7B-D9323A8149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Members- Jalen Justice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Python-based budgeting application helps elderly users track income, manage expenses, and easily see their remaining balance using a simple and easy-to-understand design.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income and expenses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Calculates remaining balance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a simple layout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elderly users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D7882-6AB3-2F85-592B-D9B6180F3F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 money management simple, clear, and stress-free for seniors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8B8BA-3CF3-175E-B540-EC21EC462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93" t="7025" r="1290" b="8530"/>
          <a:stretch>
            <a:fillRect/>
          </a:stretch>
        </p:blipFill>
        <p:spPr>
          <a:xfrm>
            <a:off x="6172200" y="3087328"/>
            <a:ext cx="5174907" cy="329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94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Simple Budgeting Software for Elderly Users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Jalen Justice</dc:creator>
  <cp:lastModifiedBy>Jalen Justice</cp:lastModifiedBy>
  <cp:revision>1</cp:revision>
  <dcterms:created xsi:type="dcterms:W3CDTF">2026-05-02T00:45:13Z</dcterms:created>
  <dcterms:modified xsi:type="dcterms:W3CDTF">2026-05-02T01:24:52Z</dcterms:modified>
</cp:coreProperties>
</file>